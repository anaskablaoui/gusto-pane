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57" r:id="rId4"/>
    <p:sldId id="271" r:id="rId5"/>
    <p:sldId id="258" r:id="rId6"/>
    <p:sldId id="259" r:id="rId7"/>
    <p:sldId id="260" r:id="rId8"/>
    <p:sldId id="264" r:id="rId9"/>
    <p:sldId id="269" r:id="rId10"/>
    <p:sldId id="265" r:id="rId11"/>
    <p:sldId id="266" r:id="rId12"/>
    <p:sldId id="267" r:id="rId13"/>
    <p:sldId id="268" r:id="rId14"/>
    <p:sldId id="261" r:id="rId15"/>
    <p:sldId id="262" r:id="rId16"/>
    <p:sldId id="272" r:id="rId17"/>
    <p:sldId id="273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8F2"/>
    <a:srgbClr val="2E8B57"/>
    <a:srgbClr val="D953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4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482272-0CA4-9CBE-F153-D43E33806A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5A8BC7-75DD-1878-3FAC-A9D80086D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F5ADD4-7F03-35BE-20E2-46F558347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88DE1A0-02A1-0BF3-A594-D8B2FBFD3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834F64-62E8-D1FD-BC44-E18BC8287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084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B074BA-0229-6E0B-AC26-E2CCF86A1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68B3C6-AD81-835F-E4A5-010BB3DDF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B7DD9F-565A-B3B7-37BE-A9831BBEB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EA8027-BA48-3E99-CA5F-7C73B1DDD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EF136F-7722-8A1D-DADD-35FE33E83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188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C4B5CC-FC24-60CD-8950-1AEAEAF60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4F57DE-CF47-EC32-50F6-FEDB8A69F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A4B64C-F234-86D5-F152-9A20CACA8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A49A578-F53D-EB32-B98B-190E9985E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EA8548-232E-6657-E6CD-617B1DBFC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5015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5D836B-57B0-DC08-DC0B-524E939BD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876AD8-BDAC-157B-76C6-C708C75F6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537C06E-158C-F8D6-80DC-1C7DE878D6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133E3D-8179-C98F-F3EF-1D52A4D46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038DB22-74C1-7C85-4F22-43EDEA9EE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F84BB-D8CA-F520-BC3F-C78A59459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2858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0FF1A7-40DA-A786-DD2A-6334BEA0B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1BB7D2B-02A4-EC5F-61CF-16F256569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9809220-ADDF-1832-4480-9BC061C52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F2D67D4-F6DB-78FD-C559-C4633B19A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42E3F0D-152D-B8AD-CBAE-D285045B14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4EE2582-254E-E982-CD6F-D8A614121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A8DDA90-C54F-119D-F9C3-D84FA996D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8728017-DF02-D23D-34DE-9329A4EC0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214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98B913-AF9C-B6B1-0DA8-9EA284A96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F1B6DBF-777A-4494-429A-6347FA0D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A631DC4-E207-0E81-038F-892F5500B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E4CE0F9-0CDE-D95D-A4F7-F271D5BF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2319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9EDB6AD-FF67-731E-BB9D-6C3B316FE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330903D-5E9F-9539-2DA6-6DC60B654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0D870E-709D-5062-02AA-C78453F21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5323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D153C6-7648-1218-6375-EC3B28A8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65B687-7E76-B3DC-FFA0-6F7313A8C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ABB2381-ED0E-EE8C-D459-C206F560D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BA3B11-91D0-2E1E-5CFD-2DC7111B4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F420A58-154E-0981-75FF-112AF0AC8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F17E511-774E-880B-27C2-D388FE21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5307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9C69F6-C2DF-08EA-2011-DF4DD367D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C06E0F5-5919-3196-FECC-F8F1664EC9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82845F0-B0EE-29D7-E343-B76489261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C36F5D-5486-4A41-A28E-AAD7116E4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4B3C86-4B47-C052-DC02-B5E398D8B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4A0E2D5-92A9-5DEA-1982-1BB5830D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5302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204A0-0A4E-6A86-CC24-555C31F32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C63A2C1-3B1B-A449-F9AE-4C5676C17D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5ABE9F-B332-ACF3-E3BE-FBCE18339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D31786-6D09-8A7A-96E0-CEB47A61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B8E2F8-6CA4-F489-9246-BE491BE10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74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D4B804D-08EB-0844-1CC6-C15FDAF5E9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63DF7FE-E601-EA1B-D103-76B3AEF55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7D9338-E5BD-AB53-8DC0-96CCC236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568E88-08A8-E819-6600-6DF70B30B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579953-C943-3AB1-7DCF-25275295F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5333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5932C9A-C70A-A80E-3872-695AD519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48567E1-FA3D-E6AE-F34E-C4CD7B627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8ADAC-781C-3BB8-8AC2-7E4B0FD1AD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24BF44-BF21-4FEA-B80B-F5ED07A587D2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8399FC-A2B8-F50E-DAB8-DC22E660E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CFA77B-9132-9DE4-E9EA-18E5B80C3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76AF27-0D10-4620-B34B-44AB342AE6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2723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EC969DD-36C3-C86C-CB0E-4B9991AEB60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E4F10AC-368B-7E8F-565F-C8402509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2360" y="1101090"/>
            <a:ext cx="4511040" cy="98679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33056E4F-1E21-8D80-14B3-E10B7E7DFE49}"/>
              </a:ext>
            </a:extLst>
          </p:cNvPr>
          <p:cNvSpPr txBox="1"/>
          <p:nvPr/>
        </p:nvSpPr>
        <p:spPr>
          <a:xfrm>
            <a:off x="1764784" y="404684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F5D5767-2141-384F-03ED-2DBE8AA83C73}"/>
              </a:ext>
            </a:extLst>
          </p:cNvPr>
          <p:cNvSpPr txBox="1"/>
          <p:nvPr/>
        </p:nvSpPr>
        <p:spPr>
          <a:xfrm>
            <a:off x="7429986" y="421612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C4846DA-320C-FD49-6F06-E42A831BF7DC}"/>
              </a:ext>
            </a:extLst>
          </p:cNvPr>
          <p:cNvSpPr txBox="1"/>
          <p:nvPr/>
        </p:nvSpPr>
        <p:spPr>
          <a:xfrm>
            <a:off x="4365774" y="2604195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F2314A23-2E87-A2AE-424C-BF8CD46A692C}"/>
              </a:ext>
            </a:extLst>
          </p:cNvPr>
          <p:cNvSpPr txBox="1"/>
          <p:nvPr/>
        </p:nvSpPr>
        <p:spPr>
          <a:xfrm>
            <a:off x="4611053" y="5167729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1" name="Triangle rectangle 20">
            <a:extLst>
              <a:ext uri="{FF2B5EF4-FFF2-40B4-BE49-F238E27FC236}">
                <a16:creationId xmlns:a16="http://schemas.microsoft.com/office/drawing/2014/main" id="{61097F67-E4D5-1BD6-705F-5CD542B8ED87}"/>
              </a:ext>
            </a:extLst>
          </p:cNvPr>
          <p:cNvSpPr/>
          <p:nvPr/>
        </p:nvSpPr>
        <p:spPr>
          <a:xfrm rot="16200000">
            <a:off x="13243560" y="-2226885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68541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0B4F-962D-7384-4C60-6C590A5BD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03283F8-86F9-82CA-2FA7-C905BE24824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95E6A4F-B572-484E-0957-2CD3C2E07E11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A0789A26-85F3-D13D-828C-DF70FE7E8A68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4F1BB1B0-308F-098B-ED27-B6C5BC527F16}"/>
              </a:ext>
            </a:extLst>
          </p:cNvPr>
          <p:cNvSpPr txBox="1"/>
          <p:nvPr/>
        </p:nvSpPr>
        <p:spPr>
          <a:xfrm>
            <a:off x="9127788" y="599720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6A16113-1B2F-A878-C440-63722D71B659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9D50D9F0-8B9C-13D1-3975-C2CBE43370AF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8EC5F6E-116A-4341-D7AD-BBF273DC731B}"/>
              </a:ext>
            </a:extLst>
          </p:cNvPr>
          <p:cNvSpPr txBox="1"/>
          <p:nvPr/>
        </p:nvSpPr>
        <p:spPr>
          <a:xfrm>
            <a:off x="686463" y="798409"/>
            <a:ext cx="5547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/>
              <a:t>Plan :</a:t>
            </a:r>
            <a:endParaRPr lang="fr-FR" sz="5400" b="1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306C41B-E0D6-01C3-4E95-820B101EF559}"/>
              </a:ext>
            </a:extLst>
          </p:cNvPr>
          <p:cNvSpPr txBox="1"/>
          <p:nvPr/>
        </p:nvSpPr>
        <p:spPr>
          <a:xfrm>
            <a:off x="964096" y="1987826"/>
            <a:ext cx="447260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Problematique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Objectif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Fonctionnement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Technologie utilisee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Defis </a:t>
            </a:r>
            <a:r>
              <a:rPr lang="en-US" sz="2400" dirty="0" err="1"/>
              <a:t>rencontrer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Amelioration 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Conclusion.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591645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A1926-4A1E-BF59-743E-9270DAD2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27E6DD6-DCCB-43BF-B439-FDD98740BA6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326462D-7996-CA98-EC75-9750F1896F03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0325B00-2C62-174E-C9FF-27750799956B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D0BC0ED-BF0C-3751-7A13-23DF458F5A30}"/>
              </a:ext>
            </a:extLst>
          </p:cNvPr>
          <p:cNvSpPr txBox="1"/>
          <p:nvPr/>
        </p:nvSpPr>
        <p:spPr>
          <a:xfrm>
            <a:off x="9127788" y="599720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B8C5E3A-7B98-CB82-AE90-33F9BB4ACB28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B3A92129-2564-F0D6-FCBC-4ED4361697C6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613B032-7B9C-E459-C1D8-48000145ECFB}"/>
              </a:ext>
            </a:extLst>
          </p:cNvPr>
          <p:cNvSpPr txBox="1"/>
          <p:nvPr/>
        </p:nvSpPr>
        <p:spPr>
          <a:xfrm>
            <a:off x="775251" y="1898899"/>
            <a:ext cx="925333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Ce projet consiste à développer une application web de gestion de restaurant.</a:t>
            </a:r>
            <a:br>
              <a:rPr lang="fr-FR" sz="2800" dirty="0"/>
            </a:br>
            <a:r>
              <a:rPr lang="fr-FR" sz="2800" dirty="0"/>
              <a:t>L’objectif est de faciliter la gestion des stocks, des recettes et des dépenses à travers une interface d’administration simple et intuitive.</a:t>
            </a:r>
            <a:br>
              <a:rPr lang="fr-FR" sz="2800" dirty="0"/>
            </a:br>
            <a:r>
              <a:rPr lang="fr-FR" sz="2800" dirty="0"/>
              <a:t>L’application permet également de visualiser les données sous forme de graphiques afin d’aider à la prise de décision et d’améliorer l’organisation du restaurant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37E436B-E273-564E-B66B-2FC2497227D8}"/>
              </a:ext>
            </a:extLst>
          </p:cNvPr>
          <p:cNvSpPr txBox="1"/>
          <p:nvPr/>
        </p:nvSpPr>
        <p:spPr>
          <a:xfrm>
            <a:off x="686463" y="798409"/>
            <a:ext cx="5547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/>
              <a:t>Introduction :</a:t>
            </a:r>
            <a:endParaRPr lang="fr-FR" sz="5400" b="1" dirty="0"/>
          </a:p>
        </p:txBody>
      </p:sp>
    </p:spTree>
    <p:extLst>
      <p:ext uri="{BB962C8B-B14F-4D97-AF65-F5344CB8AC3E}">
        <p14:creationId xmlns:p14="http://schemas.microsoft.com/office/powerpoint/2010/main" val="41722383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58306-460E-AA36-06C1-3718C6B21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083B887-D748-4659-3008-9C19B47F4E0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A1CD326-E68F-8CC1-01F9-02BDA271D580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1929CB1-2EF4-5FCA-4C88-FAF2E492CFAE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35FD769-3A83-F363-A8BC-31CF0E9BF13C}"/>
              </a:ext>
            </a:extLst>
          </p:cNvPr>
          <p:cNvSpPr txBox="1"/>
          <p:nvPr/>
        </p:nvSpPr>
        <p:spPr>
          <a:xfrm>
            <a:off x="9127788" y="599720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4C32CDC-95E8-BBF9-54F8-AD02055DE758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8B2618D5-2B97-CC19-B290-2890018B7922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0B3717-0AD2-1466-685A-E6DAED018A55}"/>
              </a:ext>
            </a:extLst>
          </p:cNvPr>
          <p:cNvSpPr txBox="1"/>
          <p:nvPr/>
        </p:nvSpPr>
        <p:spPr>
          <a:xfrm>
            <a:off x="834887" y="1935543"/>
            <a:ext cx="875520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3200" dirty="0"/>
              <a:t>Gestion Manuelle des stocks, menu, employe </a:t>
            </a:r>
            <a:r>
              <a:rPr lang="en-US" sz="3200" dirty="0" err="1"/>
              <a:t>comptabilite</a:t>
            </a:r>
            <a:r>
              <a:rPr lang="en-US" sz="3200" dirty="0"/>
              <a:t> …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3200" dirty="0"/>
              <a:t>Suivi des </a:t>
            </a:r>
            <a:r>
              <a:rPr lang="en-US" sz="3200" dirty="0" err="1"/>
              <a:t>Recette</a:t>
            </a:r>
            <a:r>
              <a:rPr lang="en-US" sz="3200" dirty="0"/>
              <a:t> et </a:t>
            </a:r>
            <a:r>
              <a:rPr lang="en-US" sz="3200" dirty="0" err="1"/>
              <a:t>depense</a:t>
            </a:r>
            <a:r>
              <a:rPr lang="en-US" sz="3200" dirty="0"/>
              <a:t> et </a:t>
            </a:r>
            <a:r>
              <a:rPr lang="en-US" sz="3200" dirty="0" err="1"/>
              <a:t>Rapporyt</a:t>
            </a:r>
            <a:r>
              <a:rPr lang="en-US" sz="3200" dirty="0"/>
              <a:t> </a:t>
            </a:r>
            <a:r>
              <a:rPr lang="en-US" sz="3200" dirty="0" err="1"/>
              <a:t>economique</a:t>
            </a:r>
            <a:r>
              <a:rPr lang="en-US" sz="3200" dirty="0"/>
              <a:t> difficile 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3200" dirty="0"/>
              <a:t>manque de statistique claire.</a:t>
            </a:r>
            <a:endParaRPr lang="fr-FR" sz="32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4EFE4D6-FCFA-2745-A60D-95DA230E0868}"/>
              </a:ext>
            </a:extLst>
          </p:cNvPr>
          <p:cNvSpPr txBox="1"/>
          <p:nvPr/>
        </p:nvSpPr>
        <p:spPr>
          <a:xfrm>
            <a:off x="686463" y="798409"/>
            <a:ext cx="5547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 err="1"/>
              <a:t>Problematique</a:t>
            </a:r>
            <a:r>
              <a:rPr lang="en-US" sz="5400" b="1" dirty="0"/>
              <a:t> :</a:t>
            </a:r>
            <a:endParaRPr lang="fr-FR" sz="5400" b="1" dirty="0"/>
          </a:p>
        </p:txBody>
      </p:sp>
    </p:spTree>
    <p:extLst>
      <p:ext uri="{BB962C8B-B14F-4D97-AF65-F5344CB8AC3E}">
        <p14:creationId xmlns:p14="http://schemas.microsoft.com/office/powerpoint/2010/main" val="24894936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169E8-5317-CB03-4327-C308816E0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ADE7C22-9194-C871-3565-EF450C472F6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465DB77-5274-A796-D8D9-A0D56231BAB2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29160F2-069E-EEBE-EBC9-EAF8D886A2A5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3439980C-A5AC-8A0F-23DE-47E31D1EA8DA}"/>
              </a:ext>
            </a:extLst>
          </p:cNvPr>
          <p:cNvSpPr txBox="1"/>
          <p:nvPr/>
        </p:nvSpPr>
        <p:spPr>
          <a:xfrm>
            <a:off x="8924522" y="657284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173773B-3F23-607B-07AD-EC183A774CCD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22710BBF-1672-D18D-35BB-4711F318E6BF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B12D89D-632D-AAC5-6C37-35D2B560F166}"/>
              </a:ext>
            </a:extLst>
          </p:cNvPr>
          <p:cNvSpPr txBox="1"/>
          <p:nvPr/>
        </p:nvSpPr>
        <p:spPr>
          <a:xfrm>
            <a:off x="894523" y="2305615"/>
            <a:ext cx="68997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-Gestion </a:t>
            </a:r>
            <a:r>
              <a:rPr lang="en-US" sz="2800" dirty="0" err="1"/>
              <a:t>automatiser</a:t>
            </a:r>
            <a:r>
              <a:rPr lang="en-US" sz="2800" dirty="0"/>
              <a:t> du restaurant</a:t>
            </a:r>
            <a:br>
              <a:rPr lang="en-US" sz="2800" dirty="0"/>
            </a:br>
            <a:r>
              <a:rPr lang="en-US" sz="2800" dirty="0"/>
              <a:t>-Gestion des </a:t>
            </a:r>
            <a:r>
              <a:rPr lang="en-US" sz="2800" dirty="0" err="1"/>
              <a:t>donnes</a:t>
            </a:r>
            <a:r>
              <a:rPr lang="en-US" sz="2800" dirty="0"/>
              <a:t>  via un interface admin</a:t>
            </a:r>
          </a:p>
          <a:p>
            <a:r>
              <a:rPr lang="en-US" sz="2800" dirty="0"/>
              <a:t>-</a:t>
            </a:r>
            <a:r>
              <a:rPr lang="en-US" sz="2800" dirty="0" err="1"/>
              <a:t>Avoir</a:t>
            </a:r>
            <a:r>
              <a:rPr lang="en-US" sz="2800" dirty="0"/>
              <a:t> des statistique sous </a:t>
            </a:r>
            <a:r>
              <a:rPr lang="en-US" sz="2800" dirty="0" err="1"/>
              <a:t>forme</a:t>
            </a:r>
            <a:r>
              <a:rPr lang="en-US" sz="2800" dirty="0"/>
              <a:t> de graph</a:t>
            </a:r>
          </a:p>
          <a:p>
            <a:r>
              <a:rPr lang="en-US" sz="2800" dirty="0"/>
              <a:t>-</a:t>
            </a:r>
            <a:r>
              <a:rPr lang="en-US" sz="2800" dirty="0" err="1"/>
              <a:t>securiser</a:t>
            </a:r>
            <a:r>
              <a:rPr lang="en-US" sz="2800" dirty="0"/>
              <a:t> </a:t>
            </a:r>
            <a:r>
              <a:rPr lang="en-US" sz="2800" dirty="0" err="1"/>
              <a:t>l’acces</a:t>
            </a:r>
            <a:r>
              <a:rPr lang="en-US" sz="2800" dirty="0"/>
              <a:t> par </a:t>
            </a:r>
            <a:r>
              <a:rPr lang="en-US" sz="2800" dirty="0" err="1"/>
              <a:t>l’authentification</a:t>
            </a:r>
            <a:r>
              <a:rPr lang="en-US" sz="2800" dirty="0"/>
              <a:t> </a:t>
            </a:r>
          </a:p>
          <a:p>
            <a:r>
              <a:rPr lang="en-US" sz="2800" dirty="0"/>
              <a:t> </a:t>
            </a:r>
            <a:endParaRPr lang="fr-FR" sz="28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4C1151-6E12-221A-BE63-14ECE538E114}"/>
              </a:ext>
            </a:extLst>
          </p:cNvPr>
          <p:cNvSpPr txBox="1"/>
          <p:nvPr/>
        </p:nvSpPr>
        <p:spPr>
          <a:xfrm>
            <a:off x="655983" y="949671"/>
            <a:ext cx="4164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err="1"/>
              <a:t>L’objectif</a:t>
            </a:r>
            <a:r>
              <a:rPr lang="en-US" sz="4800" b="1" dirty="0"/>
              <a:t> :</a:t>
            </a:r>
            <a:endParaRPr lang="fr-FR" sz="4800" b="1" dirty="0"/>
          </a:p>
        </p:txBody>
      </p:sp>
    </p:spTree>
    <p:extLst>
      <p:ext uri="{BB962C8B-B14F-4D97-AF65-F5344CB8AC3E}">
        <p14:creationId xmlns:p14="http://schemas.microsoft.com/office/powerpoint/2010/main" val="1964691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AB56E-6F6E-A5AC-F88B-75DBF011C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5F69BFC-B17E-C151-45C2-25436718C4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2704A17-4DE5-65ED-ABB3-E39D4DE134DC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0C06195-C1BB-BE7A-74E0-C7A94B097C6B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B80B5498-EF6C-6DBB-A2B2-5067DB055738}"/>
              </a:ext>
            </a:extLst>
          </p:cNvPr>
          <p:cNvSpPr txBox="1"/>
          <p:nvPr/>
        </p:nvSpPr>
        <p:spPr>
          <a:xfrm>
            <a:off x="8477261" y="478546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595B29A-6D0A-1F4A-0423-777C5F51F94A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3EFBF159-505D-A517-7558-5900EEC648C5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522397B-12CB-7D6E-E0A5-00C855AD6E09}"/>
              </a:ext>
            </a:extLst>
          </p:cNvPr>
          <p:cNvSpPr txBox="1"/>
          <p:nvPr/>
        </p:nvSpPr>
        <p:spPr>
          <a:xfrm>
            <a:off x="732103" y="2408933"/>
            <a:ext cx="69959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-La gestion de 5 </a:t>
            </a:r>
            <a:r>
              <a:rPr lang="en-US" sz="2800" dirty="0" err="1"/>
              <a:t>entite</a:t>
            </a:r>
            <a:r>
              <a:rPr lang="en-US" sz="2800" dirty="0"/>
              <a:t> Crud</a:t>
            </a:r>
          </a:p>
          <a:p>
            <a:r>
              <a:rPr lang="en-US" sz="2800" dirty="0"/>
              <a:t> 		.Stocks</a:t>
            </a:r>
          </a:p>
          <a:p>
            <a:r>
              <a:rPr lang="en-US" sz="2800" dirty="0"/>
              <a:t> 		.Restaurants</a:t>
            </a:r>
            <a:endParaRPr lang="fr-FR" sz="2800" dirty="0"/>
          </a:p>
          <a:p>
            <a:r>
              <a:rPr lang="en-US" sz="2800" dirty="0"/>
              <a:t> 		.Menu</a:t>
            </a:r>
            <a:endParaRPr lang="fr-FR" sz="2800" dirty="0"/>
          </a:p>
          <a:p>
            <a:r>
              <a:rPr lang="en-US" sz="2800" dirty="0"/>
              <a:t> 		.Reservation	</a:t>
            </a:r>
            <a:endParaRPr lang="fr-FR" sz="2800" dirty="0"/>
          </a:p>
          <a:p>
            <a:r>
              <a:rPr lang="en-US" sz="2800" dirty="0"/>
              <a:t> 		.Employes</a:t>
            </a:r>
            <a:endParaRPr lang="fr-FR" sz="2800" dirty="0"/>
          </a:p>
          <a:p>
            <a:r>
              <a:rPr lang="fr-FR" sz="2800" dirty="0"/>
              <a:t>-des tableaux de bords statistiques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E2FA220-F402-9502-5941-38BF1243A632}"/>
              </a:ext>
            </a:extLst>
          </p:cNvPr>
          <p:cNvSpPr txBox="1"/>
          <p:nvPr/>
        </p:nvSpPr>
        <p:spPr>
          <a:xfrm>
            <a:off x="732103" y="925025"/>
            <a:ext cx="58442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err="1"/>
              <a:t>Fonctionnement</a:t>
            </a:r>
            <a:r>
              <a:rPr lang="en-US" sz="4800" b="1" dirty="0"/>
              <a:t> :</a:t>
            </a:r>
            <a:endParaRPr lang="fr-FR" sz="4800" b="1" dirty="0"/>
          </a:p>
        </p:txBody>
      </p:sp>
    </p:spTree>
    <p:extLst>
      <p:ext uri="{BB962C8B-B14F-4D97-AF65-F5344CB8AC3E}">
        <p14:creationId xmlns:p14="http://schemas.microsoft.com/office/powerpoint/2010/main" val="29794843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0FA9-724A-B148-9E05-BEE657708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0051E20-1258-D1BE-50C9-761A316A3968}"/>
              </a:ext>
            </a:extLst>
          </p:cNvPr>
          <p:cNvSpPr/>
          <p:nvPr/>
        </p:nvSpPr>
        <p:spPr>
          <a:xfrm>
            <a:off x="0" y="9939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876F711-FCE7-72F1-4C93-5BD290F369AE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9769FA2-8601-D3EF-FC74-EA92A8A72C75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43AB168-364E-8567-E992-88A1E869C745}"/>
              </a:ext>
            </a:extLst>
          </p:cNvPr>
          <p:cNvSpPr txBox="1"/>
          <p:nvPr/>
        </p:nvSpPr>
        <p:spPr>
          <a:xfrm>
            <a:off x="8811315" y="657284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0604FAC-7B77-4318-EA2C-558C521975F7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F6C06E9E-B687-B361-801E-0EED7BD47333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1C9743C-6F5A-5095-F103-286A0FE66E33}"/>
              </a:ext>
            </a:extLst>
          </p:cNvPr>
          <p:cNvSpPr txBox="1"/>
          <p:nvPr/>
        </p:nvSpPr>
        <p:spPr>
          <a:xfrm>
            <a:off x="1298481" y="2087880"/>
            <a:ext cx="63479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Html5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Css3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Java Script ES6+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Chart.js</a:t>
            </a:r>
            <a:endParaRPr lang="fr-FR" sz="36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54D7663-4854-8F6A-4930-678DC78D8E43}"/>
              </a:ext>
            </a:extLst>
          </p:cNvPr>
          <p:cNvSpPr txBox="1"/>
          <p:nvPr/>
        </p:nvSpPr>
        <p:spPr>
          <a:xfrm>
            <a:off x="864704" y="657284"/>
            <a:ext cx="6039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Technologie utilisee:</a:t>
            </a:r>
            <a:endParaRPr lang="fr-FR" sz="4800" b="1" dirty="0"/>
          </a:p>
        </p:txBody>
      </p:sp>
    </p:spTree>
    <p:extLst>
      <p:ext uri="{BB962C8B-B14F-4D97-AF65-F5344CB8AC3E}">
        <p14:creationId xmlns:p14="http://schemas.microsoft.com/office/powerpoint/2010/main" val="30608546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AF89-D52E-1435-11C0-97509927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106B3F9-39C5-F778-1B20-186DFA9E43F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38D16E0-615F-853A-8971-6D035D9743CF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6F8472D-D342-E8F5-69FF-3B8F6A9EA325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F63206E-5B30-550E-C445-C89E7823BE25}"/>
              </a:ext>
            </a:extLst>
          </p:cNvPr>
          <p:cNvSpPr txBox="1"/>
          <p:nvPr/>
        </p:nvSpPr>
        <p:spPr>
          <a:xfrm>
            <a:off x="8811315" y="836355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BEAA7754-767B-88BE-2AE2-9AA73AE55D4F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1845A28F-E9D0-DBE0-9E92-43C423E13ECE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E07F673-E6C0-B921-CD8E-5AB77E9DF1C8}"/>
              </a:ext>
            </a:extLst>
          </p:cNvPr>
          <p:cNvSpPr txBox="1"/>
          <p:nvPr/>
        </p:nvSpPr>
        <p:spPr>
          <a:xfrm>
            <a:off x="1298481" y="2087880"/>
            <a:ext cx="6347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Simulation de </a:t>
            </a:r>
            <a:r>
              <a:rPr lang="en-US" sz="4800" b="1" dirty="0" err="1"/>
              <a:t>projet</a:t>
            </a:r>
            <a:r>
              <a:rPr lang="en-US" sz="4800" b="1" dirty="0"/>
              <a:t> :</a:t>
            </a:r>
            <a:endParaRPr lang="fr-FR" sz="4800" b="1" dirty="0"/>
          </a:p>
        </p:txBody>
      </p:sp>
    </p:spTree>
    <p:extLst>
      <p:ext uri="{BB962C8B-B14F-4D97-AF65-F5344CB8AC3E}">
        <p14:creationId xmlns:p14="http://schemas.microsoft.com/office/powerpoint/2010/main" val="10752737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0A1E25-F679-EA10-4A59-AC4C79BA5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292707-4E0B-8131-A3D3-278B675A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 descr="Une image contenant texte, capture d’écran, logiciel, Page web&#10;&#10;Le contenu généré par l’IA peut être incorrect.">
            <a:extLst>
              <a:ext uri="{FF2B5EF4-FFF2-40B4-BE49-F238E27FC236}">
                <a16:creationId xmlns:a16="http://schemas.microsoft.com/office/drawing/2014/main" id="{AB4922A7-BD66-CEDA-3EDC-4B64D5710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0905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C334E3-B3B3-751E-3D0A-5019D7E57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 descr="Une image contenant texte, capture d’écran, logiciel, diagramme&#10;&#10;Le contenu généré par l’IA peut être incorrect.">
            <a:extLst>
              <a:ext uri="{FF2B5EF4-FFF2-40B4-BE49-F238E27FC236}">
                <a16:creationId xmlns:a16="http://schemas.microsoft.com/office/drawing/2014/main" id="{6A9DA76E-1780-49C6-CF3F-D21C9B74D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5137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9FA0E-70BF-9B6E-F4A4-AFCC39EA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2136AB-9A26-CE41-2C8E-5CCFBFF5F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 descr="Une image contenant texte, capture d’écran, logiciel, Icône d’ordinateur&#10;&#10;Le contenu généré par l’IA peut être incorrect.">
            <a:extLst>
              <a:ext uri="{FF2B5EF4-FFF2-40B4-BE49-F238E27FC236}">
                <a16:creationId xmlns:a16="http://schemas.microsoft.com/office/drawing/2014/main" id="{10755449-5CCC-BB49-8D16-3887A88B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23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D7E4-1042-61C8-4EBE-E0EC3F694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2D06F1-225A-4A98-05D8-385AE9AA0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 descr="Une image contenant texte, capture d’écran, logiciel, Icône d’ordinateur&#10;&#10;Le contenu généré par l’IA peut être incorrect.">
            <a:extLst>
              <a:ext uri="{FF2B5EF4-FFF2-40B4-BE49-F238E27FC236}">
                <a16:creationId xmlns:a16="http://schemas.microsoft.com/office/drawing/2014/main" id="{4343EE63-9C03-4A85-B133-68F2BDE47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5636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AE576-1D63-1D46-DC11-66FE59FD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03F775-09FB-AA30-ED85-B5EE30E8C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 descr="Une image contenant texte, capture d’écran, logiciel, Icône d’ordinateur&#10;&#10;Le contenu généré par l’IA peut être incorrect.">
            <a:extLst>
              <a:ext uri="{FF2B5EF4-FFF2-40B4-BE49-F238E27FC236}">
                <a16:creationId xmlns:a16="http://schemas.microsoft.com/office/drawing/2014/main" id="{E562D9BE-2706-0AF6-E561-1FF65B8D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111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CDF-6F78-94CB-F05D-CA47AEB8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EF7E603-442F-6320-B20C-DD849A942E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205289E-8463-6DDE-CDB4-27726108EB8C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D2C98D2-05B9-85CD-B649-8AB4C7537C86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1D170A3-0363-BF35-1400-7101EAE749FB}"/>
              </a:ext>
            </a:extLst>
          </p:cNvPr>
          <p:cNvSpPr txBox="1"/>
          <p:nvPr/>
        </p:nvSpPr>
        <p:spPr>
          <a:xfrm>
            <a:off x="8964278" y="657284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F168E5A-EAD9-1076-34D5-52AF783F74B1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58EF0F85-1564-C6F6-36EC-88E2FC05F3AF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6D2E1CB-E6F6-1F2B-F6C3-063D4B986D17}"/>
              </a:ext>
            </a:extLst>
          </p:cNvPr>
          <p:cNvSpPr txBox="1"/>
          <p:nvPr/>
        </p:nvSpPr>
        <p:spPr>
          <a:xfrm>
            <a:off x="1212574" y="2305615"/>
            <a:ext cx="56911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 err="1"/>
              <a:t>Ajouter</a:t>
            </a:r>
            <a:r>
              <a:rPr lang="en-US" sz="2800" dirty="0"/>
              <a:t> Modifier </a:t>
            </a:r>
            <a:r>
              <a:rPr lang="en-US" sz="2800" dirty="0" err="1"/>
              <a:t>ou</a:t>
            </a:r>
            <a:r>
              <a:rPr lang="en-US" sz="2800" dirty="0"/>
              <a:t> </a:t>
            </a:r>
            <a:r>
              <a:rPr lang="en-US" sz="2800" dirty="0" err="1"/>
              <a:t>supprimer</a:t>
            </a:r>
            <a:r>
              <a:rPr lang="en-US" sz="2800" dirty="0"/>
              <a:t> </a:t>
            </a:r>
            <a:r>
              <a:rPr lang="en-US" sz="2800" dirty="0" err="1"/>
              <a:t>directement</a:t>
            </a:r>
            <a:r>
              <a:rPr lang="en-US" sz="2800" dirty="0"/>
              <a:t>   </a:t>
            </a:r>
            <a:r>
              <a:rPr lang="en-US" sz="2800" dirty="0" err="1"/>
              <a:t>d’une</a:t>
            </a:r>
            <a:r>
              <a:rPr lang="en-US" sz="2800" dirty="0"/>
              <a:t> base de </a:t>
            </a:r>
            <a:r>
              <a:rPr lang="en-US" sz="2800" dirty="0" err="1"/>
              <a:t>donne</a:t>
            </a:r>
            <a:r>
              <a:rPr lang="en-US" sz="2800" dirty="0"/>
              <a:t> 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 err="1"/>
              <a:t>Avoir</a:t>
            </a:r>
            <a:r>
              <a:rPr lang="en-US" sz="2800" dirty="0"/>
              <a:t> des </a:t>
            </a:r>
            <a:r>
              <a:rPr lang="en-US" sz="2800" dirty="0" err="1"/>
              <a:t>donne</a:t>
            </a:r>
            <a:r>
              <a:rPr lang="en-US" sz="2800" dirty="0"/>
              <a:t> </a:t>
            </a:r>
            <a:r>
              <a:rPr lang="en-US" sz="2800" dirty="0" err="1"/>
              <a:t>liees</a:t>
            </a:r>
            <a:r>
              <a:rPr lang="en-US" sz="2800" dirty="0"/>
              <a:t> entre </a:t>
            </a:r>
            <a:r>
              <a:rPr lang="en-US" sz="2800" dirty="0" err="1"/>
              <a:t>eux</a:t>
            </a:r>
            <a:r>
              <a:rPr lang="en-US" sz="2800" dirty="0"/>
              <a:t> pour un </a:t>
            </a:r>
            <a:r>
              <a:rPr lang="en-US" sz="2800" dirty="0" err="1"/>
              <a:t>mieux</a:t>
            </a:r>
            <a:r>
              <a:rPr lang="en-US" sz="2800" dirty="0"/>
              <a:t> service et </a:t>
            </a:r>
            <a:r>
              <a:rPr lang="en-US" sz="2800" dirty="0" err="1"/>
              <a:t>donne</a:t>
            </a:r>
            <a:r>
              <a:rPr lang="en-US" sz="2800" dirty="0"/>
              <a:t> compatible </a:t>
            </a:r>
            <a:r>
              <a:rPr lang="en-US" dirty="0"/>
              <a:t>	 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B93FDA8-D3DB-0C2A-0C76-EF451495D1E7}"/>
              </a:ext>
            </a:extLst>
          </p:cNvPr>
          <p:cNvSpPr txBox="1"/>
          <p:nvPr/>
        </p:nvSpPr>
        <p:spPr>
          <a:xfrm>
            <a:off x="1178506" y="949671"/>
            <a:ext cx="46515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Defis </a:t>
            </a:r>
            <a:r>
              <a:rPr lang="en-US" sz="4800" b="1" dirty="0" err="1"/>
              <a:t>rencontrer</a:t>
            </a:r>
            <a:r>
              <a:rPr lang="en-US" sz="4800" b="1" dirty="0"/>
              <a:t> :</a:t>
            </a:r>
            <a:endParaRPr lang="fr-FR" sz="4800" b="1" dirty="0"/>
          </a:p>
        </p:txBody>
      </p:sp>
    </p:spTree>
    <p:extLst>
      <p:ext uri="{BB962C8B-B14F-4D97-AF65-F5344CB8AC3E}">
        <p14:creationId xmlns:p14="http://schemas.microsoft.com/office/powerpoint/2010/main" val="42764213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90D1E-AE5A-556A-D377-D1B64C27B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BACB568-D3C8-1E8F-1342-A8BB7970CD8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83BA591-26F4-38F4-198E-447E71329103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31EB602-EF07-AD20-6DF1-8557389F6B67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B2CBD8CB-4997-A5DB-2B51-BC55EEE08041}"/>
              </a:ext>
            </a:extLst>
          </p:cNvPr>
          <p:cNvSpPr txBox="1"/>
          <p:nvPr/>
        </p:nvSpPr>
        <p:spPr>
          <a:xfrm>
            <a:off x="8984157" y="657284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3116669-5543-0023-615E-9CB2CE669B4F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D1193F7F-8736-B56E-4051-6D7B6FFB695E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6883659-D949-9DED-B6FA-0006ADA4D35D}"/>
              </a:ext>
            </a:extLst>
          </p:cNvPr>
          <p:cNvSpPr txBox="1"/>
          <p:nvPr/>
        </p:nvSpPr>
        <p:spPr>
          <a:xfrm>
            <a:off x="1103243" y="2484120"/>
            <a:ext cx="84446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creer</a:t>
            </a:r>
            <a:r>
              <a:rPr lang="en-US" sz="2800" dirty="0"/>
              <a:t> </a:t>
            </a:r>
            <a:r>
              <a:rPr lang="en-US" sz="2800" dirty="0" err="1"/>
              <a:t>une</a:t>
            </a:r>
            <a:r>
              <a:rPr lang="en-US" sz="2800" dirty="0"/>
              <a:t> base donner est </a:t>
            </a:r>
            <a:r>
              <a:rPr lang="en-US" sz="2800" dirty="0" err="1"/>
              <a:t>l’utiliserr</a:t>
            </a:r>
            <a:r>
              <a:rPr lang="en-US" sz="2800" dirty="0"/>
              <a:t> pour </a:t>
            </a:r>
            <a:r>
              <a:rPr lang="en-US" sz="2800" dirty="0" err="1"/>
              <a:t>manipuler</a:t>
            </a:r>
            <a:r>
              <a:rPr lang="en-US" sz="2800" dirty="0"/>
              <a:t> </a:t>
            </a:r>
            <a:r>
              <a:rPr lang="en-US" sz="2800" dirty="0" err="1"/>
              <a:t>nos</a:t>
            </a:r>
            <a:r>
              <a:rPr lang="en-US" sz="2800" dirty="0"/>
              <a:t> donners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creer</a:t>
            </a:r>
            <a:r>
              <a:rPr lang="en-US" sz="2800" dirty="0"/>
              <a:t> </a:t>
            </a:r>
            <a:r>
              <a:rPr lang="en-US" sz="2800" dirty="0" err="1"/>
              <a:t>une</a:t>
            </a:r>
            <a:r>
              <a:rPr lang="en-US" sz="2800" dirty="0"/>
              <a:t> page client </a:t>
            </a:r>
            <a:r>
              <a:rPr lang="en-US" sz="2800" dirty="0" err="1"/>
              <a:t>dont</a:t>
            </a:r>
            <a:r>
              <a:rPr lang="en-US" sz="2800" dirty="0"/>
              <a:t> on </a:t>
            </a:r>
            <a:r>
              <a:rPr lang="en-US" sz="2800" dirty="0" err="1"/>
              <a:t>peut</a:t>
            </a:r>
            <a:r>
              <a:rPr lang="en-US" sz="2800" dirty="0"/>
              <a:t> </a:t>
            </a:r>
            <a:r>
              <a:rPr lang="en-US" sz="2800" dirty="0" err="1"/>
              <a:t>reserver</a:t>
            </a:r>
            <a:r>
              <a:rPr lang="en-US" sz="2800" dirty="0"/>
              <a:t> </a:t>
            </a:r>
            <a:r>
              <a:rPr lang="en-US" sz="2800" dirty="0" err="1"/>
              <a:t>ou</a:t>
            </a:r>
            <a:r>
              <a:rPr lang="en-US" sz="2800" dirty="0"/>
              <a:t> commander des menu .  </a:t>
            </a:r>
            <a:endParaRPr lang="fr-FR" sz="28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8DEC44F-8533-20B7-C912-07D22EB35ECA}"/>
              </a:ext>
            </a:extLst>
          </p:cNvPr>
          <p:cNvSpPr txBox="1"/>
          <p:nvPr/>
        </p:nvSpPr>
        <p:spPr>
          <a:xfrm>
            <a:off x="1103243" y="1033670"/>
            <a:ext cx="66194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Amelioration possible :</a:t>
            </a:r>
            <a:endParaRPr lang="fr-FR" sz="4800" b="1" dirty="0"/>
          </a:p>
        </p:txBody>
      </p:sp>
    </p:spTree>
    <p:extLst>
      <p:ext uri="{BB962C8B-B14F-4D97-AF65-F5344CB8AC3E}">
        <p14:creationId xmlns:p14="http://schemas.microsoft.com/office/powerpoint/2010/main" val="37307327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0D36-3A7A-2E22-8F9B-8DFF97BB2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3D630DC-9255-F9CE-D1D9-E7B18283391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2A2BEEE-F157-8BDF-5414-947909C2D57F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C418839-C2CC-327E-DCD7-A9D30001D48A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0227182-7529-4D90-4EDF-6DEFB1E7C681}"/>
              </a:ext>
            </a:extLst>
          </p:cNvPr>
          <p:cNvSpPr txBox="1"/>
          <p:nvPr/>
        </p:nvSpPr>
        <p:spPr>
          <a:xfrm>
            <a:off x="8984157" y="657284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7F01C41-E499-4E8D-6E9F-49049968587B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E9578C42-E444-A80E-01AA-87AF593A4D1D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32016E-EF91-4BF1-58A5-4F523F2F607D}"/>
              </a:ext>
            </a:extLst>
          </p:cNvPr>
          <p:cNvSpPr txBox="1"/>
          <p:nvPr/>
        </p:nvSpPr>
        <p:spPr>
          <a:xfrm>
            <a:off x="894521" y="2275729"/>
            <a:ext cx="844461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Ce projet a permis de concevoir une application de gestion fiable pour un restaurant, basée sur l’exploitation de JavaScript et des fichiers JSON.</a:t>
            </a:r>
            <a:br>
              <a:rPr lang="fr-FR" sz="2800" dirty="0"/>
            </a:br>
            <a:r>
              <a:rPr lang="fr-FR" sz="2800" dirty="0"/>
              <a:t>Il offre une visualisation claire des données (stocks, recettes, dépenses) et constitue une base solide pour des évolutions futures telles que l’intégration d’une base de données et un système d’authentification avancé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FDD11D9-3E04-0019-573E-ACFF0E1C3ECA}"/>
              </a:ext>
            </a:extLst>
          </p:cNvPr>
          <p:cNvSpPr txBox="1"/>
          <p:nvPr/>
        </p:nvSpPr>
        <p:spPr>
          <a:xfrm>
            <a:off x="920322" y="980188"/>
            <a:ext cx="66194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Conclusion :</a:t>
            </a:r>
            <a:endParaRPr lang="fr-FR" sz="4800" b="1" dirty="0"/>
          </a:p>
        </p:txBody>
      </p:sp>
    </p:spTree>
    <p:extLst>
      <p:ext uri="{BB962C8B-B14F-4D97-AF65-F5344CB8AC3E}">
        <p14:creationId xmlns:p14="http://schemas.microsoft.com/office/powerpoint/2010/main" val="6816184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4C626-F353-A608-47DE-6A27F98C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8B58C9B-FF29-8553-E17E-DB873203726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8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C099CF0-E3E5-77FD-6ADC-7C9364B733EC}"/>
              </a:ext>
            </a:extLst>
          </p:cNvPr>
          <p:cNvSpPr txBox="1"/>
          <p:nvPr/>
        </p:nvSpPr>
        <p:spPr>
          <a:xfrm>
            <a:off x="-5565656" y="5814686"/>
            <a:ext cx="325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Realise</a:t>
            </a:r>
            <a:r>
              <a:rPr lang="en-US" sz="2000" dirty="0"/>
              <a:t> par : Anas KABLAOUI</a:t>
            </a:r>
            <a:br>
              <a:rPr lang="en-US" sz="2000" dirty="0"/>
            </a:br>
            <a:r>
              <a:rPr lang="en-US" sz="2000" dirty="0"/>
              <a:t> 	      Badr BENHILAL</a:t>
            </a:r>
            <a:endParaRPr lang="fr-FR" sz="20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8DEE796A-6525-B8D8-DCD4-D1BF65DBF1EC}"/>
              </a:ext>
            </a:extLst>
          </p:cNvPr>
          <p:cNvSpPr txBox="1"/>
          <p:nvPr/>
        </p:nvSpPr>
        <p:spPr>
          <a:xfrm>
            <a:off x="14623266" y="5983963"/>
            <a:ext cx="3513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3IIR Development Web 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C9B9457-E693-B43B-F6C4-04B3D3B18E4D}"/>
              </a:ext>
            </a:extLst>
          </p:cNvPr>
          <p:cNvSpPr txBox="1"/>
          <p:nvPr/>
        </p:nvSpPr>
        <p:spPr>
          <a:xfrm>
            <a:off x="8984157" y="657284"/>
            <a:ext cx="3064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D9534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Gusto &amp; Pane</a:t>
            </a:r>
            <a:endParaRPr lang="fr-FR" sz="2000" dirty="0">
              <a:solidFill>
                <a:srgbClr val="D9534F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B9DF6B1-9263-22AA-08F6-4AA1AEF23983}"/>
              </a:ext>
            </a:extLst>
          </p:cNvPr>
          <p:cNvSpPr txBox="1"/>
          <p:nvPr/>
        </p:nvSpPr>
        <p:spPr>
          <a:xfrm>
            <a:off x="4230053" y="7609048"/>
            <a:ext cx="319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Encadrent</a:t>
            </a:r>
            <a:r>
              <a:rPr lang="en-US" dirty="0"/>
              <a:t> : Houda </a:t>
            </a:r>
            <a:r>
              <a:rPr lang="en-US" dirty="0" err="1"/>
              <a:t>MoutTalib</a:t>
            </a:r>
            <a:r>
              <a:rPr lang="en-US" dirty="0"/>
              <a:t> </a:t>
            </a:r>
            <a:endParaRPr lang="fr-FR" dirty="0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1BC43851-F15D-F268-3F1E-EEE288EFF2C9}"/>
              </a:ext>
            </a:extLst>
          </p:cNvPr>
          <p:cNvSpPr/>
          <p:nvPr/>
        </p:nvSpPr>
        <p:spPr>
          <a:xfrm rot="16200000">
            <a:off x="7360920" y="2026920"/>
            <a:ext cx="4373880" cy="5288280"/>
          </a:xfrm>
          <a:prstGeom prst="rtTriangle">
            <a:avLst/>
          </a:prstGeom>
          <a:solidFill>
            <a:srgbClr val="2E8B57"/>
          </a:solidFill>
          <a:ln>
            <a:solidFill>
              <a:srgbClr val="FFF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D5C55C-F094-4087-7000-C283260FBC3A}"/>
              </a:ext>
            </a:extLst>
          </p:cNvPr>
          <p:cNvSpPr txBox="1"/>
          <p:nvPr/>
        </p:nvSpPr>
        <p:spPr>
          <a:xfrm>
            <a:off x="894521" y="2275729"/>
            <a:ext cx="84446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/>
              <a:t>Merci pour votre attention !</a:t>
            </a:r>
            <a:endParaRPr lang="fr-FR" sz="6000" b="1" dirty="0"/>
          </a:p>
        </p:txBody>
      </p:sp>
    </p:spTree>
    <p:extLst>
      <p:ext uri="{BB962C8B-B14F-4D97-AF65-F5344CB8AC3E}">
        <p14:creationId xmlns:p14="http://schemas.microsoft.com/office/powerpoint/2010/main" val="39877684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566</Words>
  <Application>Microsoft Office PowerPoint</Application>
  <PresentationFormat>Grand écran</PresentationFormat>
  <Paragraphs>94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ADLaM Display</vt:lpstr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Laila HAJAJI</dc:creator>
  <cp:lastModifiedBy>Laila HAJAJI</cp:lastModifiedBy>
  <cp:revision>15</cp:revision>
  <dcterms:created xsi:type="dcterms:W3CDTF">2026-01-05T21:40:54Z</dcterms:created>
  <dcterms:modified xsi:type="dcterms:W3CDTF">2026-01-06T14:12:59Z</dcterms:modified>
</cp:coreProperties>
</file>